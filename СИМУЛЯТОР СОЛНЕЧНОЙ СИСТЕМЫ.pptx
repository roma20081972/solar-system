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5" r:id="rId14"/>
    <p:sldId id="309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5388" autoAdjust="0"/>
  </p:normalViewPr>
  <p:slideViewPr>
    <p:cSldViewPr snapToGrid="0">
      <p:cViewPr varScale="1">
        <p:scale>
          <a:sx n="44" d="100"/>
          <a:sy n="44" d="100"/>
        </p:scale>
        <p:origin x="42" y="136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542D7CC-E8A3-429C-9F30-B39663AB044E}" type="datetime1">
              <a:rPr lang="ru-RU" smtClean="0"/>
              <a:t>03.03.2026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9D3EA30-A193-4EC3-B66C-38C9131FAA4E}" type="datetime1">
              <a:rPr lang="ru-RU" smtClean="0"/>
              <a:pPr/>
              <a:t>03.03.2026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4B9A9E5-4F7F-4A7D-9DE1-89923232926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ru-RU" sz="2000"/>
            </a:lvl1pPr>
            <a:lvl2pPr>
              <a:lnSpc>
                <a:spcPct val="120000"/>
              </a:lnSpc>
              <a:defRPr lang="ru-RU" sz="1800"/>
            </a:lvl2pPr>
            <a:lvl3pPr>
              <a:lnSpc>
                <a:spcPct val="120000"/>
              </a:lnSpc>
              <a:defRPr lang="ru-RU" sz="1600"/>
            </a:lvl3pPr>
            <a:lvl4pPr>
              <a:lnSpc>
                <a:spcPct val="120000"/>
              </a:lnSpc>
              <a:defRPr lang="ru-RU" sz="1400"/>
            </a:lvl4pPr>
            <a:lvl5pPr>
              <a:lnSpc>
                <a:spcPct val="120000"/>
              </a:lnSpc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ru-RU" sz="2000"/>
            </a:lvl1pPr>
            <a:lvl2pPr marL="457200" indent="0">
              <a:buNone/>
              <a:defRPr lang="ru-RU" sz="1800"/>
            </a:lvl2pPr>
            <a:lvl3pPr marL="914400" indent="0">
              <a:buNone/>
              <a:defRPr lang="ru-RU" sz="1600"/>
            </a:lvl3pPr>
            <a:lvl4pPr marL="1371600" indent="0">
              <a:buNone/>
              <a:defRPr lang="ru-RU" sz="1400"/>
            </a:lvl4pPr>
            <a:lvl5pPr marL="1828800" indent="0"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лева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прав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ru-RU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ru-RU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ru-RU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ru-RU" sz="16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29000"/>
            <a:ext cx="5674360" cy="32004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"СИМУЛЯТОР СОЛНЕЧНОЙ СИСТЕМЫ"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-1188434"/>
            <a:ext cx="5181600" cy="237686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ОРБИТАЛЬНАЯ МЕХАНИКА И РАЗМЕЩЕНИЕ ТЕЛ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493235"/>
            <a:ext cx="5900057" cy="566956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Механизм вычисляет текущие координаты каждой планеты на основе времени симуляции и периода обращения. Используется тригонометрическая формула для равномерного движения по окружности. Это основа всей анимации движения планет. Параметр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увеличивается с каждым кадром, заставляя планеты двигаться по орбитам с разной скоростью в зависимости от их периода обращения.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rtl="0"/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3887"/>
            <a:ext cx="6116319" cy="570411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 этого механизма планеты стояли бы на месте. Именно этот код создаёт реалистичное движение небесных тел, где внутренние планеты (Меркурий, Венера) движутся быстрее внешних (Юпитер, Нептун).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64AD63C-A7CC-41EC-8256-C284862EEE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2019" r="22019"/>
          <a:stretch/>
        </p:blipFill>
        <p:spPr>
          <a:xfrm>
            <a:off x="6085840" y="-10159"/>
            <a:ext cx="6106160" cy="6868160"/>
          </a:xfr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Отрисовка орбит планет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73906" y="4000268"/>
            <a:ext cx="7511143" cy="32728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отрисовывает</a:t>
            </a: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пунктирные окружности для каждой планеты, показывая траекторию их движения. Также добавляет подписи с расстоянием в астрономических единицах (AU). Орбиты отображаются только при включённом режиме </a:t>
            </a:r>
            <a:r>
              <a:rPr lang="ru-RU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show_orbits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B79A7-BBE9-4399-ACEA-5E327CE81BB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31174" r="31174"/>
          <a:stretch/>
        </p:blipFill>
        <p:spPr/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976846"/>
            <a:ext cx="7273638" cy="415575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орбит помогает понять структуру Солнечной системы, относительные расстояния между планетами и форму их траекторий. Пунктирные линии делают орбиты ненавязчивыми, но заметными.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54" y="-2650943"/>
            <a:ext cx="5772346" cy="362498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Масштабирование и перемещение вида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2489992"/>
            <a:ext cx="9013371" cy="568801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 позволяет пользователю масштабировать изображение (колесиком мыши или ползунком) и перемещаться по карте (зажатием левой кнопки мыши). Реальные расстояния в Солнечной системе огромны, поэтому для комфортного просмотра используется динамическое масштабирование.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Автоматическая подгонка масштаба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fit_all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автоматически рассчитывает оптимальный масштаб, чтобы вся Солнечная система поместилась на экране. Учитывается максимальное расстояние до самой удалённой планеты (Нептун).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Удобная функция для быстрого возврата к обзору всей системы после приближения к отдельным планетам.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-261147"/>
            <a:ext cx="10439401" cy="161701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НЕБЕСНЫХ ТЕЛ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174574"/>
            <a:ext cx="4224527" cy="536789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</a:t>
            </a:r>
            <a:r>
              <a:rPr lang="ru-RU" sz="24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отрисовывается</a:t>
            </a: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как центральная звезда с градиентной заливкой и лучами. Используется несколько вложенных окружностей для создания эффекта короны и пульсации. Также добавляются 8 лучей для большей эффектности.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1174574"/>
            <a:ext cx="6751489" cy="459072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— главный объект системы, оно должно выделяться. Эффект короны и лучи создают впечатление яркой звезды, а не просто жёлтого круга.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82721"/>
            <a:ext cx="5179615" cy="144874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Отрисовка планет с градиентом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2250"/>
            <a:ext cx="9056915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Планеты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отрисовываются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 градиентной заливкой (несколько слоёв разного цвета) для создания объёма. Используются два цвета: основной и более тёмный для создания эффекта полутени.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Градиент делает планеты объёмными и реалистичными, вместо плоских кругов. Чередование цветов создаёт иллюзию сферической поверхности.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32" y="584477"/>
            <a:ext cx="10354052" cy="120976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5" name="Таблица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946937669"/>
              </p:ext>
            </p:extLst>
          </p:nvPr>
        </p:nvGraphicFramePr>
        <p:xfrm>
          <a:off x="1229932" y="1679465"/>
          <a:ext cx="10573367" cy="4576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8110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5595257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</a:tblGrid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"Симулятор Солнечной системы"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представляет собой полноценное приложение с графическим интерфейсом, реализующее:</a:t>
                      </a:r>
                    </a:p>
                    <a:p>
                      <a:pPr algn="l" rtl="0" fontAlgn="b"/>
                      <a:endParaRPr lang="ru-RU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Орбитальную механику 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расчёт и отображение движения 8 планет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81453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Визуализацию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отрисовка небесных тел с эффектами (градиенты, кольца, мерцающие звёзды)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Интерактивный интерфейс </a:t>
                      </a:r>
                      <a:endParaRPr lang="ru-RU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мышью, горячие клавиши, панели информации</a:t>
                      </a: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Гибкую систему изображений 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подробные научные данные о каждой планете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2415C2-4709-43A2-86D1-B725806BA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4_TF22318419_Win32" id="{190C78A2-73A9-4810-90AD-E7DCF6145837}" vid="{9BDBB77D-0AF8-4EC5-880C-F23D138FD67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презентация о продажах</Template>
  <TotalTime>52</TotalTime>
  <Words>457</Words>
  <Application>Microsoft Office PowerPoint</Application>
  <PresentationFormat>Широкоэкранный</PresentationFormat>
  <Paragraphs>53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Пользовательская</vt:lpstr>
      <vt:lpstr>"СИМУЛЯТОР СОЛНЕЧНОЙ СИСТЕМЫ"</vt:lpstr>
      <vt:lpstr>ОРБИТАЛЬНАЯ МЕХАНИКА И РАЗМЕЩЕНИЕ ТЕЛ</vt:lpstr>
      <vt:lpstr>Зачем это нужно: Без этого механизма планеты стояли бы на месте. Именно этот код создаёт реалистичное движение небесных тел, где внутренние планеты (Меркурий, Венера) движутся быстрее внешних (Юпитер, Нептун).</vt:lpstr>
      <vt:lpstr> Отрисовка орбит планет</vt:lpstr>
      <vt:lpstr>  Зачем это нужно:</vt:lpstr>
      <vt:lpstr>Масштабирование и перемещение вида</vt:lpstr>
      <vt:lpstr>Автоматическая подгонка масштаба</vt:lpstr>
      <vt:lpstr>ВИЗУАЛИЗАЦИЯ НЕБЕСНЫХ ТЕЛ</vt:lpstr>
      <vt:lpstr>Отрисовка планет с градиентом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"СИМУЛЯТОР СОЛНЕЧНОЙ СИСТЕМЫ"</dc:title>
  <dc:creator>студент С.В.А</dc:creator>
  <cp:lastModifiedBy>студент С.В.А</cp:lastModifiedBy>
  <cp:revision>3</cp:revision>
  <dcterms:created xsi:type="dcterms:W3CDTF">2026-03-03T06:25:52Z</dcterms:created>
  <dcterms:modified xsi:type="dcterms:W3CDTF">2026-03-03T07:19:25Z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